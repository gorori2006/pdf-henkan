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新サービスのご提案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2026年10月　営業部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ポイント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費用が半分になる</a:t>
            </a:r>
          </a:p>
          <a:p>
            <a:r>
              <a:t>導入が簡単</a:t>
            </a:r>
          </a:p>
          <a:p>
            <a:r>
              <a:t>日本語で丁寧にサポート</a:t>
            </a:r>
          </a:p>
          <a:p>
            <a:pPr lvl="1"/>
            <a:r>
              <a:t>一段下げた項目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4572000" cy="1828800"/>
          </a:xfrm>
          <a:prstGeom prst="roundRect">
            <a:avLst/>
          </a:prstGeom>
          <a:solidFill>
            <a:srgbClr val="2E75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青い角丸の箱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572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200">
                <a:solidFill>
                  <a:srgbClr val="C00000"/>
                </a:solidFill>
              </a:rPr>
              <a:t>テキストボックス（赤・太字）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486400"/>
            <a:ext cx="100584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料金表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09600">
                <a:tc>
                  <a:txBody>
                    <a:bodyPr/>
                    <a:lstStyle/>
                    <a:p>
                      <a:r>
                        <a:t>プラン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月額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備考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ライト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個人向け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プロ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5,000円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法人向け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